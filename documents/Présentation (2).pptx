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eue Machina Ultra-Bold" charset="1" panose="00000900000000000000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  <p:embeddedFont>
      <p:font typeface="Open Sans" charset="1" panose="020B0606030504020204"/>
      <p:regular r:id="rId18"/>
    </p:embeddedFont>
    <p:embeddedFont>
      <p:font typeface="Akzidenz-Grotesk" charset="1" panose="02000503030000020003"/>
      <p:regular r:id="rId19"/>
    </p:embeddedFont>
    <p:embeddedFont>
      <p:font typeface="Canva Sans Italics" charset="1" panose="020B0503030501040103"/>
      <p:regular r:id="rId20"/>
    </p:embeddedFont>
    <p:embeddedFont>
      <p:font typeface="Agrandir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3.gif" Type="http://schemas.openxmlformats.org/officeDocument/2006/relationships/image"/><Relationship Id="rId4" Target="../media/image14.gif" Type="http://schemas.openxmlformats.org/officeDocument/2006/relationships/image"/><Relationship Id="rId5" Target="../media/image15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0485">
            <a:off x="12762198" y="4130102"/>
            <a:ext cx="6728545" cy="6403217"/>
          </a:xfrm>
          <a:custGeom>
            <a:avLst/>
            <a:gdLst/>
            <a:ahLst/>
            <a:cxnLst/>
            <a:rect r="r" b="b" t="t" l="l"/>
            <a:pathLst>
              <a:path h="6403217" w="6728545">
                <a:moveTo>
                  <a:pt x="0" y="0"/>
                </a:moveTo>
                <a:lnTo>
                  <a:pt x="6728545" y="0"/>
                </a:lnTo>
                <a:lnTo>
                  <a:pt x="6728545" y="6403217"/>
                </a:lnTo>
                <a:lnTo>
                  <a:pt x="0" y="640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88" y="0"/>
            <a:ext cx="5349535" cy="10287000"/>
            <a:chOff x="0" y="0"/>
            <a:chExt cx="1016958" cy="1955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958" cy="1955581"/>
            </a:xfrm>
            <a:custGeom>
              <a:avLst/>
              <a:gdLst/>
              <a:ahLst/>
              <a:cxnLst/>
              <a:rect r="r" b="b" t="t" l="l"/>
              <a:pathLst>
                <a:path h="1955581" w="1016958">
                  <a:moveTo>
                    <a:pt x="0" y="0"/>
                  </a:moveTo>
                  <a:lnTo>
                    <a:pt x="1016958" y="0"/>
                  </a:lnTo>
                  <a:lnTo>
                    <a:pt x="1016958" y="1955581"/>
                  </a:lnTo>
                  <a:lnTo>
                    <a:pt x="0" y="1955581"/>
                  </a:lnTo>
                  <a:close/>
                </a:path>
              </a:pathLst>
            </a:custGeom>
            <a:blipFill>
              <a:blip r:embed="rId4"/>
              <a:stretch>
                <a:fillRect l="-14179" t="0" r="-1417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7340" y="3608344"/>
            <a:ext cx="13658988" cy="2441234"/>
            <a:chOff x="0" y="0"/>
            <a:chExt cx="3176449" cy="5677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6449" cy="567718"/>
            </a:xfrm>
            <a:custGeom>
              <a:avLst/>
              <a:gdLst/>
              <a:ahLst/>
              <a:cxnLst/>
              <a:rect r="r" b="b" t="t" l="l"/>
              <a:pathLst>
                <a:path h="567718" w="3176449">
                  <a:moveTo>
                    <a:pt x="0" y="0"/>
                  </a:moveTo>
                  <a:lnTo>
                    <a:pt x="3176449" y="0"/>
                  </a:lnTo>
                  <a:lnTo>
                    <a:pt x="3176449" y="567718"/>
                  </a:lnTo>
                  <a:lnTo>
                    <a:pt x="0" y="56771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6449" cy="605818"/>
            </a:xfrm>
            <a:prstGeom prst="rect">
              <a:avLst/>
            </a:prstGeom>
          </p:spPr>
          <p:txBody>
            <a:bodyPr anchor="ctr" rtlCol="false" tIns="57533" lIns="57533" bIns="57533" rIns="5753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206933">
            <a:off x="-4984565" y="1515579"/>
            <a:ext cx="11239071" cy="9067998"/>
          </a:xfrm>
          <a:custGeom>
            <a:avLst/>
            <a:gdLst/>
            <a:ahLst/>
            <a:cxnLst/>
            <a:rect r="r" b="b" t="t" l="l"/>
            <a:pathLst>
              <a:path h="9067998" w="11239071">
                <a:moveTo>
                  <a:pt x="0" y="0"/>
                </a:moveTo>
                <a:lnTo>
                  <a:pt x="11239072" y="0"/>
                </a:lnTo>
                <a:lnTo>
                  <a:pt x="11239072" y="9067998"/>
                </a:lnTo>
                <a:lnTo>
                  <a:pt x="0" y="906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5773" y="4206287"/>
            <a:ext cx="13294274" cy="142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8"/>
              </a:lnSpc>
            </a:pPr>
            <a:r>
              <a:rPr lang="en-US" b="true" sz="5338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CONCEVEZ ET DEPLOYEZ UN SYSTÊME RAG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55939" y="7079201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IV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66538" y="11976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ÉTAPES DE PRÉSENTATION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98548" y="3517100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98548" y="4710387"/>
            <a:ext cx="758181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DE L’API EN DIRECT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455939" y="2315902"/>
            <a:ext cx="8743649" cy="492398"/>
            <a:chOff x="0" y="0"/>
            <a:chExt cx="11658198" cy="656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9729230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INTRODUCTION 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938104" y="-41548"/>
              <a:ext cx="7720094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Contexte de la mission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298548" y="5934668"/>
            <a:ext cx="1082586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INTERPRÉTATION DES RÉSULTATS DU RAPPORT TECHNIQUE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9661" y="7115043"/>
            <a:ext cx="8327011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PARCOURS DE LA STRUCTURE DU DÉPOT GIT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455939" y="5885754"/>
            <a:ext cx="594781" cy="574322"/>
            <a:chOff x="0" y="0"/>
            <a:chExt cx="793041" cy="76576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455939" y="4692627"/>
            <a:ext cx="594781" cy="574322"/>
            <a:chOff x="0" y="0"/>
            <a:chExt cx="793041" cy="76576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55939" y="3499179"/>
            <a:ext cx="594781" cy="574322"/>
            <a:chOff x="0" y="0"/>
            <a:chExt cx="793041" cy="76576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204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17918" cy="245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34206" y="14249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3595" y="3559746"/>
            <a:ext cx="229791" cy="5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2"/>
              </a:lnSpc>
            </a:pPr>
            <a:r>
              <a:rPr lang="en-US" sz="3101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5998" y="3277709"/>
            <a:ext cx="10996004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 projet vise à concevoir et déployer une API RAG capable de répondre à des questions en s’appuyant sur un index vectoriel FAISS. Il comprend la collecte des données, la génération d’embeddings, la création de l’index, puis la mise à disposition d’une API performante avec FastAPI.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L’objectif final est de développer un chatbot fournissant des réponses précises basées sur les événements récupérés via l’API d’OpenAgenda.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048246" y="1760947"/>
          <a:ext cx="12885289" cy="8229600"/>
        </p:xfrm>
        <a:graphic>
          <a:graphicData uri="http://schemas.openxmlformats.org/presentationml/2006/ole">
            <p:oleObj imgW="15455900" imgH="10807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49887" y="957298"/>
            <a:ext cx="594781" cy="574322"/>
            <a:chOff x="0" y="0"/>
            <a:chExt cx="793041" cy="76576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92497" y="975218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349887" y="957298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192497" y="975218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044729" y="2905154"/>
            <a:ext cx="9493570" cy="4756654"/>
          </a:xfrm>
          <a:custGeom>
            <a:avLst/>
            <a:gdLst/>
            <a:ahLst/>
            <a:cxnLst/>
            <a:rect r="r" b="b" t="t" l="l"/>
            <a:pathLst>
              <a:path h="4756654" w="9493570">
                <a:moveTo>
                  <a:pt x="0" y="0"/>
                </a:moveTo>
                <a:lnTo>
                  <a:pt x="9493570" y="0"/>
                </a:lnTo>
                <a:lnTo>
                  <a:pt x="9493570" y="4756654"/>
                </a:lnTo>
                <a:lnTo>
                  <a:pt x="0" y="4756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55939" y="1727529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20577" y="2918717"/>
            <a:ext cx="13446831" cy="4471071"/>
          </a:xfrm>
          <a:custGeom>
            <a:avLst/>
            <a:gdLst/>
            <a:ahLst/>
            <a:cxnLst/>
            <a:rect r="r" b="b" t="t" l="l"/>
            <a:pathLst>
              <a:path h="4471071" w="13446831">
                <a:moveTo>
                  <a:pt x="0" y="0"/>
                </a:moveTo>
                <a:lnTo>
                  <a:pt x="13446831" y="0"/>
                </a:lnTo>
                <a:lnTo>
                  <a:pt x="13446831" y="4471072"/>
                </a:lnTo>
                <a:lnTo>
                  <a:pt x="0" y="4471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98548" y="1745450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98548" y="1896587"/>
            <a:ext cx="758181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DE L’API EN DIRECT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55939" y="1878826"/>
            <a:ext cx="594781" cy="574322"/>
            <a:chOff x="0" y="0"/>
            <a:chExt cx="793041" cy="76576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06303" y="4229244"/>
            <a:ext cx="759213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 démonstration est faite en direct sur FastAPI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11682" y="1273034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76142" y="3363690"/>
            <a:ext cx="12600380" cy="5024402"/>
          </a:xfrm>
          <a:custGeom>
            <a:avLst/>
            <a:gdLst/>
            <a:ahLst/>
            <a:cxnLst/>
            <a:rect r="r" b="b" t="t" l="l"/>
            <a:pathLst>
              <a:path h="5024402" w="12600380">
                <a:moveTo>
                  <a:pt x="0" y="0"/>
                </a:moveTo>
                <a:lnTo>
                  <a:pt x="12600381" y="0"/>
                </a:lnTo>
                <a:lnTo>
                  <a:pt x="12600381" y="5024401"/>
                </a:lnTo>
                <a:lnTo>
                  <a:pt x="0" y="502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4385" y="1325973"/>
            <a:ext cx="1111294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INTERPRÉTATION DES RÉSULTATS DU RAPPORT TECHNIQUE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4248" y="2045429"/>
            <a:ext cx="1012936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Métriques évaluées avec le framework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RAGAS: 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faithfulness,    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est elle fidèle au contexte ?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answer_relevancy,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 est elle pertinente à la question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11288" y="8607166"/>
            <a:ext cx="8327011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PARCOURS DE LA STRUCTURE DU DÉPOT GIT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1287299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9487"/>
              <a:ext cx="1128729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DAG45kyBZ_E</dc:identifier>
  <dcterms:modified xsi:type="dcterms:W3CDTF">2011-08-01T06:04:30Z</dcterms:modified>
  <cp:revision>1</cp:revision>
  <dc:title>Copy of Copy of Copy of Fonkou_Symphor_3_présentation_052025</dc:title>
</cp:coreProperties>
</file>